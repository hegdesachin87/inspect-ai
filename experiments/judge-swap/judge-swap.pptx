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Same outputs, different judges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A judge-swap experiment with Inspect AI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One set of agent transcripts, four different judges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Cost: cents. Runtime: minutes.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experiments/judge-swap · docs/small-inspect-experiments.md, experiment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When the judge is a model instead of a test, does the verdict depend on which model judges?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Does a model grade its own answers differently than another model does?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Fixed tests gave identical grades for identical code (our Oct 4 finding) — do LLM judges behave the same?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trick: score, don't regenerate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Generate once with --no-score: the agent's answers are frozen in a .eval log.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Re-score the same log with inspect score — each judge sees byte-identical outputs.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Judge differences can never be confused with generation differences.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72"/>
                </a:solidFill>
                <a:latin typeface="Menlo"/>
              </a:rPr>
              <a:t>inspect score LOG --scorer model_graded_fact \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 --model openai/glm-5.3-flash --model-base-url ... \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   --action append --overwrite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scoring bypasses the entire generation phase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The four judges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includes — deterministic string matcher, zero model calls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self-grade — the evaluated model grades its own answers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cross-grade, same family — glm-5.3-flash judges glm-5.3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cross-grade, previous generation — glm-4.7 judges glm-5.3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theory of mind · 5 samples · chain-of-thought solver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What we 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Task: theory of mind (official Inspect example dataset)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Model: glm-5.3 via z.ai's OpenAI-compatible endpoint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Unscored generation, then four appended scorings in one log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-M responses_api=false forces chat completions (z.ai has no /responses)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72"/>
                </a:solidFill>
                <a:latin typeface="Menlo"/>
              </a:rPr>
              <a:t>export ZAI_API_KEY=...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./run.sh          # arm 0 + all four scorings</a:t>
            </a:r>
          </a:p>
          <a:p>
            <a:r>
              <a:rPr sz="1300">
                <a:solidFill>
                  <a:srgbClr val="5A5A72"/>
                </a:solidFill>
                <a:latin typeface="Menlo"/>
              </a:rPr>
              <a:t>python summarize.py logs/&lt;newest&gt;.eval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Results (recorded 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Menlo"/>
              </a:rPr>
              <a:t>Evaluated model: openai/deepseek-flash  ·  samples: 100</a:t>
            </a:r>
          </a:p>
          <a:p/>
          <a:p>
            <a:r>
              <a:rPr sz="1400">
                <a:solidFill>
                  <a:srgbClr val="1A1A2E"/>
                </a:solidFill>
                <a:latin typeface="Menlo"/>
              </a:rPr>
              <a:t>includes                 accuracy = 1.0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model_graded_fact        accuracy = 0.94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model_graded_fact1       accuracy = 0.94</a:t>
            </a:r>
          </a:p>
          <a:p/>
          <a:p>
            <a:r>
              <a:rPr sz="1400">
                <a:solidFill>
                  <a:srgbClr val="1A1A2E"/>
                </a:solidFill>
                <a:latin typeface="Menlo"/>
              </a:rPr>
              <a:t>judges disagree with matcher on 6 samples: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sample 27        C     I     I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sample 30        C     I     I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sample 33        C     I     I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sample 35        C     I     I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sample 36        C     I     I</a:t>
            </a:r>
          </a:p>
          <a:p>
            <a:r>
              <a:rPr sz="1400">
                <a:solidFill>
                  <a:srgbClr val="1A1A2E"/>
                </a:solidFill>
                <a:latin typeface="Menlo"/>
              </a:rPr>
              <a:t>  sample 99        C     I     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What to look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Where the judges disagree — and which verdict is actually right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The matcher's failures on open-ended answers (it cannot judge paraphrases)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Self-grade vs cross-grade: any systematic leniency toward its own answers?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In the viewer: each judge's written rationale under every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inspect view --log-dir logs --port 7575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LLM judges are measurement instruments — this calibrates them against each other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Self-grading is the default in Inspect's model-graded scorers; know its bias before you trust the number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Cents and minutes: judge quality can be audited before any expensive benchmark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A1A2E"/>
                </a:solidFill>
              </a:rPr>
              <a:t>Run it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8046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experiments/judge-swap/run.sh — end-to-end: generation + all scorings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Defaults: glm-5.3 on z.ai; override MODEL/BASE_URL/KEY_VAR for DeepSeek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A1A2E"/>
                </a:solidFill>
              </a:rPr>
              <a:t>summarize.py prints the judge matrix; make_slides.py rebuilds this deck from a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80467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A5A72"/>
                </a:solidFill>
                <a:latin typeface="Menlo"/>
              </a:rPr>
              <a:t>export ZAI_API_KEY=... &amp;&amp; ./run.sh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8ABEB7"/>
                </a:solidFill>
              </a:rPr>
              <a:t>guide: docs/small-inspect-experiments.md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